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6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89520" cy="68580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0"/>
            <a:ext cx="2468880" cy="68580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0" y="0"/>
            <a:ext cx="2133295" cy="68580"/>
          </a:xfrm>
          <a:prstGeom prst="rect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6692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MODEL-ZOO / HEAVY-TAILED SELF-REGULARIZATION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65836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weights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 evidence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277063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E2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audit: weight grouping, base retrieval, and performance controls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" y="4069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DB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10,946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4944" y="45537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94944" y="4892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+ ablation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3072384" y="40690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AE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072384" y="455371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weight-derived groups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72384" y="4892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without labels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5413248" y="40690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7ACB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3.21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5413248" y="4553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non-alpha modern MAE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13248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near-group held-out audit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948422" y="933145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62095" y="896487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1001" y="901926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4705" y="926699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64522" y="885230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07411" y="913487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23254" y="916677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58207" y="91241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43466" y="1193498"/>
            <a:ext cx="99670" cy="9967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52039" y="1212532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26819" y="117050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1716" y="1196006"/>
            <a:ext cx="66751" cy="66751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63153" y="1201007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11337" y="1198670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11281" y="116929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23759" y="1210418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96612" y="1195669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12039" y="1478593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39122" y="1518033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1855" y="1484962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99253" y="1485989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97052" y="1493154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7997" y="1514311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102310" y="149556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10942" y="1501675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40577" y="1769986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54070" y="1775785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59266" y="1757684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66227" y="1778211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56404" y="1785625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99551" y="1787168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15312" y="1753614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449918" y="1792757"/>
            <a:ext cx="66751" cy="66751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67958" y="2076360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43425" y="2060973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51290" y="2102278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43635" y="2073456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8220" y="2070687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03368" y="2075328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35873" y="2101428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115164" y="2059488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421003" y="2077885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03623" y="2359706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31076" y="2355065"/>
            <a:ext cx="66751" cy="66751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44009" y="2357835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91255" y="2386656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188689" y="234535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772838" y="2369612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094162" y="2375632"/>
            <a:ext cx="66751" cy="66751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403072" y="2338583"/>
            <a:ext cx="99670" cy="9967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32731" y="2671678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74210" y="2643738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883573" y="2685918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57754" y="2661839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81211" y="265604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91693" y="2657315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40284" y="2687974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441623" y="2647328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73568" y="3310128"/>
            <a:ext cx="2450592" cy="0"/>
          </a:xfrm>
          <a:prstGeom prst="line">
            <a:avLst/>
          </a:prstGeom>
          <a:noFill/>
          <a:ln w="21590">
            <a:solidFill>
              <a:srgbClr val="FDB515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273034" y="4249674"/>
            <a:ext cx="132588" cy="13258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484321" y="4365255"/>
            <a:ext cx="22860" cy="22860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35111" y="4334174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349174" y="4199098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441096" y="4429281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041206" y="4284193"/>
            <a:ext cx="32918" cy="32918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486304" y="4185053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02606" y="4479683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019515" y="4201423"/>
            <a:ext cx="32918" cy="3291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646485" y="4217421"/>
            <a:ext cx="42977" cy="42977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94009" y="4487977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108849" y="4110563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65749" y="4299986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873445" y="4435769"/>
            <a:ext cx="22860" cy="22860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3326" y="4044981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781835" y="4417777"/>
            <a:ext cx="42977" cy="42977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16412" y="4322639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595953" y="4036268"/>
            <a:ext cx="32918" cy="32918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516618" y="4039362"/>
            <a:ext cx="132588" cy="13258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484229" y="4180201"/>
            <a:ext cx="32918" cy="32918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438343" y="4004486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76786" y="4082903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337802" y="4178239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515098" y="3944598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6459" y="4144753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91974" y="4125932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682385" y="3910132"/>
            <a:ext cx="42977" cy="42977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825000" y="4231526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114549" y="402719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899238" y="3927315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685571" y="4313079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161539" y="3905057"/>
            <a:ext cx="32918" cy="32918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096109" y="4007918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441710" y="4354615"/>
            <a:ext cx="22860" cy="2286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355803" y="379628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195225" y="4143058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48331" y="4328247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74310" y="3741017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549890" y="4469130"/>
            <a:ext cx="132588" cy="13258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382711" y="4510026"/>
            <a:ext cx="42977" cy="42977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717801" y="4437829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698663" y="4609040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329414" y="4441297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868450" y="4450038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601310" y="4665559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378755" y="4353072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1002958" y="4514661"/>
            <a:ext cx="22860" cy="2286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417462" y="4689162"/>
            <a:ext cx="32918" cy="32918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549310" y="4278808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051669" y="4622691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198196" y="4655395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815894" y="4253871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963369" y="4745977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019912" y="4557047"/>
            <a:ext cx="32918" cy="3291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112234" y="4303339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0725947" y="4844429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960993" y="440912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5800" y="5925312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E2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September 2026 results / October 2026 scale-up plan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85800" y="6336792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B9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reassessment: reassessment_0063666fd5733b453c38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STUDY BOUNDARY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predictor inputs separate from evaluation labels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reassessment_0063666fd5733b453c38/protocol.json; parent prediction freezes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Unlabeled discovery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core + calibrated partial roles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54480" y="2843784"/>
            <a:ext cx="1133856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66928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clusters + representative models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base candidates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096512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profiles + fixed candidate list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84064" y="2843784"/>
            <a:ext cx="1133856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096512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ranked candidate bases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26096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6096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summaries + training scores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13648" y="2843784"/>
            <a:ext cx="1133856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626096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score estimates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4690872"/>
            <a:ext cx="10716768" cy="658368"/>
          </a:xfrm>
          <a:prstGeom prst="roundRect">
            <a:avLst>
              <a:gd name="adj" fmla="val 694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ONLY  |  declared source roots and family labels score frozen lineage predictions; held-out benchmark scores score predictions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" y="5623560"/>
            <a:ext cx="10652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metadata shaped selection; collection IDs define one holdout. IDs join records and break ties, not predictor features. This is exploratory reuse, not untouched confirmation.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STUDY MAP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phases, each ending in a checked output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collection code, parent weight-only run, and exploratory reassessment protocol.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3B95"/>
          </a:solidFill>
          <a:ln w="10160">
            <a:solidFill>
              <a:srgbClr val="003B9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Assemble model lists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and ablation IDs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canonicalize and remove duplicates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1225296" y="3282696"/>
            <a:ext cx="114300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66928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19,713 selected records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3118104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410712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41064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 weights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10712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checkpoint matrices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alpha by layer and role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4069080" y="3282696"/>
            <a:ext cx="1143000" cy="0"/>
          </a:xfrm>
          <a:prstGeom prst="line">
            <a:avLst/>
          </a:prstGeom>
          <a:noFill/>
          <a:ln w="19050">
            <a:solidFill>
              <a:srgbClr val="00267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410712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lineage / 11,801 performance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5961888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254496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693E"/>
          </a:solidFill>
          <a:ln w="10160">
            <a:solidFill>
              <a:srgbClr val="0069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84848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predictions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54496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 groups · rank known bases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benchmark scores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6912864" y="3282696"/>
            <a:ext cx="114300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254496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saved before labels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8805672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098280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9A6A00"/>
          </a:solidFill>
          <a:ln w="10160">
            <a:solidFill>
              <a:srgbClr val="9A6A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28632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against declared source links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held-out benchmark error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756648" y="3282696"/>
            <a:ext cx="1143000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9098280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results and limits</a:t>
            </a:r>
            <a:endParaRPr lang="en-US" sz="1040" dirty="0"/>
          </a:p>
        </p:txBody>
      </p:sp>
      <p:sp>
        <p:nvSpPr>
          <p:cNvPr id="34" name="Text 32"/>
          <p:cNvSpPr/>
          <p:nvPr/>
        </p:nvSpPr>
        <p:spPr>
          <a:xfrm>
            <a:off x="658368" y="507492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 features come from saved weights; score fitting uses training outcomes. Collection metadata shaped curation and one holdout, so the full process is not metadata-free.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CURATION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collections were built for different jobs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fetch_data/build_phase2_zoo.py, fetch_data/build_ablation_dataset.py, and ablation_source_manifest.json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264330"/>
            <a:ext cx="6629400" cy="25554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69480" y="119786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· BROAD MODEL ZOO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269480" y="1572768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Combine the Model Atlas graph, sampled records, leaderboard rows, and targeted Hub searches.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7269480" y="2240280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Normalize repository IDs and declared revision fields; the analyzed checkpoint revision is not verified.</a:t>
            </a:r>
            <a:endParaRPr lang="en-US" sz="920" dirty="0"/>
          </a:p>
        </p:txBody>
      </p:sp>
      <p:sp>
        <p:nvSpPr>
          <p:cNvPr id="15" name="Text 12"/>
          <p:cNvSpPr/>
          <p:nvPr/>
        </p:nvSpPr>
        <p:spPr>
          <a:xfrm>
            <a:off x="7269480" y="2907792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Fill model-type quotas while balancing score and lineage availability; favor rows with existing weight results.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7269480" y="382219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 · DISJOINT SCORE TEST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269480" y="4187952"/>
            <a:ext cx="1627632" cy="530352"/>
          </a:xfrm>
          <a:prstGeom prst="roundRect">
            <a:avLst>
              <a:gd name="adj" fmla="val 8621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11,836 leaderboard candidates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9025128" y="4453128"/>
            <a:ext cx="384048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9537192" y="4187952"/>
            <a:ext cx="1938528" cy="530352"/>
          </a:xfrm>
          <a:prstGeom prst="roundRect">
            <a:avLst>
              <a:gd name="adj" fmla="val 8621"/>
            </a:avLst>
          </a:prstGeom>
          <a:solidFill>
            <a:srgbClr val="00693E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4,713 selected</a:t>
            </a:r>
            <a:endParaRPr lang="en-US" sz="1120" dirty="0"/>
          </a:p>
        </p:txBody>
      </p:sp>
      <p:sp>
        <p:nvSpPr>
          <p:cNvPr id="20" name="Text 17"/>
          <p:cNvSpPr/>
          <p:nvPr/>
        </p:nvSpPr>
        <p:spPr>
          <a:xfrm>
            <a:off x="7269480" y="4919472"/>
            <a:ext cx="4206240" cy="621792"/>
          </a:xfrm>
          <a:prstGeom prst="roundRect">
            <a:avLst>
              <a:gd name="adj" fmla="val 7353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Removed: 4,177 Phase 2 overlaps · 2,674 inaccessible repositories · 272 lower-priority duplicates</a:t>
            </a:r>
            <a:endParaRPr lang="en-US" sz="920" dirty="0"/>
          </a:p>
        </p:txBody>
      </p:sp>
      <p:sp>
        <p:nvSpPr>
          <p:cNvPr id="21" name="Text 18"/>
          <p:cNvSpPr/>
          <p:nvPr/>
        </p:nvSpPr>
        <p:spPr>
          <a:xfrm>
            <a:off x="7269480" y="5696712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score coverage high, rotate across model types, cap missing scores at 15%, and stop below 5,000 when no more rows pass.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66928" y="4700016"/>
            <a:ext cx="6236208" cy="713232"/>
          </a:xfrm>
          <a:prstGeom prst="roundRect">
            <a:avLst>
              <a:gd name="adj" fmla="val 6410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metadata shapes coverage. Predictor features exclude these labels, but source selection and joins remain part of the evidence boundary.</a:t>
            </a:r>
            <a:endParaRPr lang="en-US" sz="10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DISTRIBUTION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Selection buckets describe curation; ablation is benchmark-heavy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completed run's Phase 2 and ablation source tables; architecture graph used descriptively after selection.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569" y="1069848"/>
            <a:ext cx="5393367" cy="3493008"/>
          </a:xfrm>
          <a:prstGeom prst="rect">
            <a:avLst/>
          </a:prstGeom>
        </p:spPr>
      </p:pic>
      <p:pic>
        <p:nvPicPr>
          <p:cNvPr id="12" name="Image 1" descr="/scratch/kinshuk/Model-Research/deliverables/htsr_model_zoo_deck/assets/corpus_archite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093057"/>
            <a:ext cx="5623560" cy="34465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4773168"/>
            <a:ext cx="5321808" cy="804672"/>
          </a:xfrm>
          <a:prstGeom prst="roundRect">
            <a:avLst>
              <a:gd name="adj" fmla="val 568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· 15,000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2,922 average-score records · 13,301 declared source links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10,793 architecture labels · 2,284 parameter counts</a:t>
            </a:r>
            <a:endParaRPr lang="en-US" sz="1010" dirty="0"/>
          </a:p>
        </p:txBody>
      </p:sp>
      <p:sp>
        <p:nvSpPr>
          <p:cNvPr id="14" name="Text 10"/>
          <p:cNvSpPr/>
          <p:nvPr/>
        </p:nvSpPr>
        <p:spPr>
          <a:xfrm>
            <a:off x="6291072" y="4773168"/>
            <a:ext cx="5321808" cy="804672"/>
          </a:xfrm>
          <a:prstGeom prst="roundRect">
            <a:avLst>
              <a:gd name="adj" fmla="val 5682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 · 4,713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4,662 average-score records · 291 declared source links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4,561 architecture labels · 4,349 parameter counts</a:t>
            </a:r>
            <a:endParaRPr lang="en-US" sz="1010" dirty="0"/>
          </a:p>
        </p:txBody>
      </p:sp>
      <p:sp>
        <p:nvSpPr>
          <p:cNvPr id="15" name="Text 11"/>
          <p:cNvSpPr/>
          <p:nvPr/>
        </p:nvSpPr>
        <p:spPr>
          <a:xfrm>
            <a:off x="658368" y="5833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Type-chart categories are selection buckets, not verified model types. Source links are declared, not verified ancestry; architecture labels are descriptive.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 weight checks lead to task-specific coverage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weight_only_2a5abfeb98dc33d9662c/population_ledger.csv; source-run provenance.json and exclusions.csv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3504" y="1298448"/>
            <a:ext cx="2057400" cy="859536"/>
          </a:xfrm>
          <a:prstGeom prst="roundRect">
            <a:avLst>
              <a:gd name="adj" fmla="val 531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15,000 listed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70632" y="172821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401568" y="1298448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8,892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results found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0136" y="172821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291072" y="1298448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7,802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49640" y="1728216"/>
            <a:ext cx="43891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03504" y="3346704"/>
            <a:ext cx="2057400" cy="859536"/>
          </a:xfrm>
          <a:prstGeom prst="roundRect">
            <a:avLst>
              <a:gd name="adj" fmla="val 531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4,713 listed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70632" y="3776472"/>
            <a:ext cx="50292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401568" y="3346704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3,661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results found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0136" y="3776472"/>
            <a:ext cx="50292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291072" y="3346704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3,144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549640" y="3776472"/>
            <a:ext cx="43891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125712" y="2048256"/>
            <a:ext cx="2331720" cy="1481328"/>
          </a:xfrm>
          <a:prstGeom prst="roundRect">
            <a:avLst>
              <a:gd name="adj" fmla="val 3086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11,801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profiles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4901184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seven-role core: 10,431 models. Reliable missing-role patterns add 515 lineage assignments. Performance uses the label-free cutoff of at least 4 observed roles.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5532120"/>
            <a:ext cx="108356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are parent role-profile counts. The reassessment also uses all-matrix summaries; source IDs define the collection holdout, not predictor features.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models using the layer roles that are actually observed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stored DKS alpha values by layer; archive/reference-work/Spectral Signatures of Large Language Models.html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matrix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2286000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52928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W^T 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52928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4544568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11496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11496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 tail fit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803136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370064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1-7 roles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70064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ordered layers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9061704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628632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003B95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ranks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28632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observed-role summary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21792" y="2788920"/>
            <a:ext cx="5285232" cy="521208"/>
          </a:xfrm>
          <a:prstGeom prst="roundRect">
            <a:avLst>
              <a:gd name="adj" fmla="val 877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Attention: query · key · value · output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91072" y="2788920"/>
            <a:ext cx="5285232" cy="521208"/>
          </a:xfrm>
          <a:prstGeom prst="roundRect">
            <a:avLst>
              <a:gd name="adj" fmla="val 8772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Feed-forward: gate · up · down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" y="3730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STUDY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" y="4096512"/>
            <a:ext cx="52852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stored DKS alpha, not a WeightWatcher run · depth scaled to [0,1] · 32 positions per observed role · within-role ranks for grouping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91072" y="37307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PAPER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91072" y="4096512"/>
            <a:ext cx="52852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Fixed-tail Hill alpha, k=n/2 · raw-alpha clustering · role-wise Spearman similarity · order-preserving DP for unequal depths · MoE experts averaged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" y="5413248"/>
            <a:ext cx="10954512" cy="566928"/>
          </a:xfrm>
          <a:prstGeom prst="roundRect">
            <a:avLst>
              <a:gd name="adj" fmla="val 806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Ranks discard alpha offsets, scales, and spacing, but retain order. Absolute alpha and other saved matrix statistics can still carry performance signal.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much of the collection can layer-wise grouping cover?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weight_only_2a5abfeb98dc33d9662c/population_ledger.csv; retained combined-study provenance.json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866779"/>
            <a:ext cx="7333488" cy="370965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92440" y="12984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10,946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0924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models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92440" y="245059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87.2%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092440" y="29352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analyzed models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92440" y="3273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/ 12,553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8092440" y="36484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26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55.5%</a:t>
            </a:r>
            <a:endParaRPr lang="en-US" sz="2700" dirty="0"/>
          </a:p>
        </p:txBody>
      </p:sp>
      <p:sp>
        <p:nvSpPr>
          <p:cNvPr id="18" name="Text 15"/>
          <p:cNvSpPr/>
          <p:nvPr/>
        </p:nvSpPr>
        <p:spPr>
          <a:xfrm>
            <a:off x="8092440" y="41330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selected records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92440" y="44714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/ 19,713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8065008" y="4992624"/>
            <a:ext cx="3246120" cy="105156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seven-role vocabulary; only tested missing-role patterns are admitted. 7,160 selected records have no completed analysis. Unseen-architecture accuracy remains untested.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DISCOVERY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 core groups give the clearest separation without family labels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weight_only_2a5abfeb98dc33d9662c/lineage_cluster_selection.csv and lineage_internal_metrics.csv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luster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612955"/>
            <a:ext cx="7269480" cy="40527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73568" y="13716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0.607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73568" y="1856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separation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973568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is better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9756648" y="1371600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0.944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756648" y="18562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repeat-run agreement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756648" y="219456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of 3 reruns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7973568" y="28163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9A6A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0.883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7973568" y="330098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rerun agreement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756648" y="2816352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66708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1.541</a:t>
            </a:r>
            <a:endParaRPr lang="en-US" sz="2700" dirty="0"/>
          </a:p>
        </p:txBody>
      </p:sp>
      <p:sp>
        <p:nvSpPr>
          <p:cNvPr id="21" name="Text 18"/>
          <p:cNvSpPr/>
          <p:nvPr/>
        </p:nvSpPr>
        <p:spPr>
          <a:xfrm>
            <a:off x="9756648" y="330098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within/between spread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56648" y="363931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is better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7973568" y="4297680"/>
            <a:ext cx="3447288" cy="1325880"/>
          </a:xfrm>
          <a:prstGeom prst="roundRect">
            <a:avLst>
              <a:gd name="adj" fmla="val 344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17 WAS CHOSEN</a:t>
            </a:r>
            <a:endParaRPr lang="en-US" sz="1120" dirty="0"/>
          </a:p>
          <a:p>
            <a:pPr algn="ctr" indent="0" marL="0">
              <a:buNone/>
            </a:pP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candidate counts on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10,431 complete profiles</a:t>
            </a:r>
            <a:endParaRPr lang="en-US" sz="1120" dirty="0"/>
          </a:p>
          <a:p>
            <a:pPr algn="ctr" indent="0" marL="0">
              <a:buNone/>
            </a:pP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count with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separation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001000" y="57790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515 partial profiles are attached only after label-free masking checks pass.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AFTER PREDICTION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 grouping against overlapping, imperfect label views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parent lineage_validation_metrics.csv; reassessment_0063666fd5733b453c38/all_matrix_cluster_validation.csv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validation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609939"/>
            <a:ext cx="6656832" cy="349181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78624" y="125272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LABELS OPENED AFTER GROUPING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278624" y="1664208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Human-reviewed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796528" y="1682496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174 models assigned to 11 broad base families by manual review.</a:t>
            </a:r>
            <a:endParaRPr lang="en-US" sz="940" dirty="0"/>
          </a:p>
        </p:txBody>
      </p:sp>
      <p:sp>
        <p:nvSpPr>
          <p:cNvPr id="15" name="Text 12"/>
          <p:cNvSpPr/>
          <p:nvPr/>
        </p:nvSpPr>
        <p:spPr>
          <a:xfrm>
            <a:off x="7278624" y="2752344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 agreement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96528" y="2770632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2,981 models assigned to 11 broad families when metadata rules agree.</a:t>
            </a:r>
            <a:endParaRPr lang="en-US" sz="940" dirty="0"/>
          </a:p>
        </p:txBody>
      </p:sp>
      <p:sp>
        <p:nvSpPr>
          <p:cNvPr id="17" name="Text 14"/>
          <p:cNvSpPr/>
          <p:nvPr/>
        </p:nvSpPr>
        <p:spPr>
          <a:xfrm>
            <a:off x="7278624" y="3840480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Declared roots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96528" y="3858768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5,013 models linked to 529 graph-component roots; not verified historical ancestry.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56692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Pairwise grouping agreement, corrected for chance. 1 means identical grouping.</a:t>
            </a:r>
            <a:endParaRPr lang="en-US" sz="860" dirty="0"/>
          </a:p>
        </p:txBody>
      </p:sp>
      <p:sp>
        <p:nvSpPr>
          <p:cNvPr id="20" name="Text 17"/>
          <p:cNvSpPr/>
          <p:nvPr/>
        </p:nvSpPr>
        <p:spPr>
          <a:xfrm>
            <a:off x="427024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information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much knowing one grouping tells us about the other. 1 is complete.</a:t>
            </a:r>
            <a:endParaRPr lang="en-US" sz="860" dirty="0"/>
          </a:p>
        </p:txBody>
      </p:sp>
      <p:sp>
        <p:nvSpPr>
          <p:cNvPr id="21" name="Text 18"/>
          <p:cNvSpPr/>
          <p:nvPr/>
        </p:nvSpPr>
        <p:spPr>
          <a:xfrm>
            <a:off x="797356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Purity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Majority-label share inside each predicted group. It can favor too many small groups.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KNOWN-CANDIDATE LINEAGE TEST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matching depends on the comparison and treatment of ties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reassessment_0063666fd5733b453c38/lineage_gallery_metrics.csv; audit/gallery_tie_sensitivity.csv. Trace: arxiv.org/html/2608.07786v1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review_gall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504282"/>
            <a:ext cx="6903720" cy="39774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635240" y="129844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26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 / 38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635240" y="1783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/ supplied bases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710928" y="1298448"/>
            <a:ext cx="1810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3,802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9710928" y="17830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matched known-root queries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635240" y="256032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82.30%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7635240" y="304495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top-1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9710928" y="2560320"/>
            <a:ext cx="1810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85.19%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9710928" y="3044952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top-1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635240" y="3685032"/>
            <a:ext cx="3675888" cy="1097280"/>
          </a:xfrm>
          <a:prstGeom prst="roundRect">
            <a:avLst>
              <a:gd name="adj" fmla="val 4167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compares weight magnitude through layers, averaging seven role-wise correlations. Its first-choice gain is sensitive to tied candidates; the full and tie-excluded subsets answer different questions.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635240" y="5010912"/>
            <a:ext cx="3675888" cy="914400"/>
          </a:xfrm>
          <a:prstGeom prst="roundRect">
            <a:avLst>
              <a:gd name="adj" fmla="val 5000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757 other labeled queries have a root absent from the supplied list; 278 have a listed root without usable measurements. These are queries, not additional candidate bases.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03504" y="5925312"/>
            <a:ext cx="6620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excluding exact ties in either method: rank 85.88%, Trace 84.73%. This changes the model/root mix; equal-weight-per-root accuracy still favors Trace.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PAPER COMPARISON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Our larger study is not an exact replication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arxiv.org/html/2607.03377v1, Sec. 4.2 and 5.3; reassessment_0063666fd5733b453c38/protocol.json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16152"/>
            <a:ext cx="2450592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1216152"/>
            <a:ext cx="4096512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Signatures paper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14032" y="1216152"/>
            <a:ext cx="4498848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reassessment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1636776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boundary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3017520" y="1636776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similarities; training scores for prediction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7114032" y="1636776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features; training-only score fitting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566928" y="2240280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 estimator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3017520" y="2240280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Fixed-tail Hill, k = n/2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7114032" y="2240280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stored DKS; not WeightWatcher or fixed Hill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566928" y="2843784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Grouping / similarity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3017520" y="2843784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Flattened raw alpha / role-wise Spearman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7114032" y="2843784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grouping retained; separate Trace base test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566928" y="3447288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Unequal depth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3017520" y="3447288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Z-score + order-preserving matching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7114032" y="3447288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Ranks: 32-point interpolation; Trace: pair-max depth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66928" y="4050792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setup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3017520" y="4050792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folds stated; 100 half-splits in results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7114032" y="4050792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fixed near-group parts; explicit stress splits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66928" y="4654296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of comparison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3017520" y="4654296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candidates, cohorts and targets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114032" y="4654296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matched replication; no claim to beat the paper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21792" y="5806440"/>
            <a:ext cx="10954512" cy="530352"/>
          </a:xfrm>
          <a:prstGeom prst="roundRect">
            <a:avLst>
              <a:gd name="adj" fmla="val 8621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paper's split-description discrepancy is unresolved. Neither its accuracy nor our MAE establishes superiority across different populations and protocols.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METHOD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similar models together in five test parts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reassessment_0063666fd5733b453c38/protocol.json, splits.csv and performance_predictions.csv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368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FIVE TEST PARTS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4944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near profiles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&gt;= 0.995</a:t>
            </a:r>
            <a:endParaRPr lang="en-US" sz="1160" dirty="0"/>
          </a:p>
        </p:txBody>
      </p:sp>
      <p:sp>
        <p:nvSpPr>
          <p:cNvPr id="13" name="Shape 11"/>
          <p:cNvSpPr/>
          <p:nvPr/>
        </p:nvSpPr>
        <p:spPr>
          <a:xfrm>
            <a:off x="3712464" y="2002536"/>
            <a:ext cx="475488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71416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each group intact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five fixed parts</a:t>
            </a:r>
            <a:endParaRPr lang="en-US" sz="1160" dirty="0"/>
          </a:p>
        </p:txBody>
      </p:sp>
      <p:sp>
        <p:nvSpPr>
          <p:cNvPr id="15" name="Shape 13"/>
          <p:cNvSpPr/>
          <p:nvPr/>
        </p:nvSpPr>
        <p:spPr>
          <a:xfrm>
            <a:off x="7488936" y="2002536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8247888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the same splits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predictor contrasts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58368" y="29718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FIVE TIMES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out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part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2596896" y="3776472"/>
            <a:ext cx="246888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944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other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parts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4882896" y="3776472"/>
            <a:ext cx="246888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230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preprocessing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training rows only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7168896" y="3776472"/>
            <a:ext cx="246888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516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fixed trees / ridge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rank 3-neighbor model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9454896" y="3776472"/>
            <a:ext cx="2468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802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held-out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and measure error</a:t>
            </a:r>
            <a:endParaRPr lang="en-US" sz="1060" dirty="0"/>
          </a:p>
        </p:txBody>
      </p:sp>
      <p:sp>
        <p:nvSpPr>
          <p:cNvPr id="27" name="Text 25"/>
          <p:cNvSpPr/>
          <p:nvPr/>
        </p:nvSpPr>
        <p:spPr>
          <a:xfrm>
            <a:off x="694944" y="4800600"/>
            <a:ext cx="5257800" cy="768096"/>
          </a:xfrm>
          <a:prstGeom prst="roundRect">
            <a:avLst>
              <a:gd name="adj" fmla="val 595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trees: 200 iterations, 15 leaves, rate 0.05, L2=10, minimum leaf=20. Ridge penalty=100; no held-out tuning.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6217920" y="4800600"/>
            <a:ext cx="5257800" cy="768096"/>
          </a:xfrm>
          <a:prstGeom prst="roundRect">
            <a:avLst>
              <a:gd name="adj" fmla="val 5952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Controls: shape, non-alpha spectra, combined spectra, and rank neighbors. Average-score targets and individual tasks are evaluated separately.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658368" y="5843016"/>
            <a:ext cx="10881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scores are permitted; held-out scores are for evaluation. Collection labels define one stress split. Previously studied data: exploratory, not untouched confirmation.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CONTROLS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Alpha does not improve the key performance controls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reassessment_0063666fd5733b453c38/performance_metrics.csv and performance_task_metrics.csv; near_group_0995, matched_role_population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review_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551056"/>
            <a:ext cx="6803136" cy="3481567"/>
          </a:xfrm>
          <a:prstGeom prst="rect">
            <a:avLst/>
          </a:prstGeom>
        </p:spPr>
      </p:pic>
      <p:pic>
        <p:nvPicPr>
          <p:cNvPr id="12" name="Image 1" descr="/scratch/kinshuk/Model-Research/deliverables/htsr_model_zoo_deck/assets/review_tas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2" y="1517061"/>
            <a:ext cx="4334256" cy="266258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24928" y="4736592"/>
            <a:ext cx="4050792" cy="941832"/>
          </a:xfrm>
          <a:prstGeom prst="roundRect">
            <a:avLst>
              <a:gd name="adj" fmla="val 485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AVERAGE-SCORE MAE: MODERN / LEGACY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Non-alpha trees 3.211 / 3.068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Combined trees 3.266 / 3.109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21792" y="5449824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Shape 4.249 / 5.693 · rank 3.726 / 5.227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2,537 modern / 3,515 legacy rows; same near-group splits.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21792" y="6007608"/>
            <a:ext cx="10899648" cy="384048"/>
          </a:xfrm>
          <a:prstGeom prst="roundRect">
            <a:avLst>
              <a:gd name="adj" fmla="val 1190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Alpha-specific gain is not established. Combined = alpha plus other matrix measurements; individual-task checks do not replace the controls.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NEW-REGION STRESS TEST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Unseen groups and collections expose larger errors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reassessment_0063666fd5733b453c38/performance_metrics.csv; audit prediction_metrics_audit.csv and collection_direction_metrics.csv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review_st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924885"/>
            <a:ext cx="6986016" cy="357515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635240" y="1298448"/>
            <a:ext cx="3721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NON-ALPHA RIDGE · WHOLE-GROUP MAE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7635240" y="1865376"/>
            <a:ext cx="1673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6.561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7635240" y="2350008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665208" y="1865376"/>
            <a:ext cx="1673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6.873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665208" y="2350008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635240" y="3127248"/>
            <a:ext cx="3703320" cy="886968"/>
          </a:xfrm>
          <a:prstGeom prst="roundRect">
            <a:avLst>
              <a:gd name="adj" fmla="val 5155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 weight clusters are held out together. This is a shift test, not the near-group interpolation test; compare each method with the training median.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52544"/>
            <a:ext cx="3703320" cy="987552"/>
          </a:xfrm>
          <a:prstGeom prst="roundRect">
            <a:avLst>
              <a:gd name="adj" fmla="val 4630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COLLECTION-HOLDOUT WARNING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Combined ridge produces 26 modern predictions outside 0-100. These are range failures, not plausible benchmark forecasts.</a:t>
            </a:r>
            <a:endParaRPr lang="en-US" sz="1040" dirty="0"/>
          </a:p>
        </p:txBody>
      </p:sp>
      <p:sp>
        <p:nvSpPr>
          <p:cNvPr id="19" name="Text 16"/>
          <p:cNvSpPr/>
          <p:nvPr/>
        </p:nvSpPr>
        <p:spPr>
          <a:xfrm>
            <a:off x="7635240" y="5660136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 change across held-out groups and collections. Inspect the score range and coverage, not only average error.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rank grouping, test Trace bases, and retain non-alpha controls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reassessment_0063666fd5733b453c38/protocol.json, audit tables, and frozen lineage evaluation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1746504"/>
            <a:ext cx="3108960" cy="0"/>
          </a:xfrm>
          <a:prstGeom prst="line">
            <a:avLst/>
          </a:prstGeom>
          <a:noFill/>
          <a:ln w="27940">
            <a:solidFill>
              <a:srgbClr val="0069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layer-wise grouping: all-matrix summaries cover more models but separate families poorly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566928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as a base-retrieval comparison, with fixed gallery and tie diagnostics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566928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Non-alpha trees as baseline: MAE 3.211 modern / 3.068 legacy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4096512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96512" y="1746504"/>
            <a:ext cx="3108960" cy="0"/>
          </a:xfrm>
          <a:prstGeom prst="line">
            <a:avLst/>
          </a:prstGeom>
          <a:noFill/>
          <a:ln w="27940">
            <a:solidFill>
              <a:srgbClr val="003B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96512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Ranks discard magnitude; direct measurements predict scores better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4096512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Adding alpha did not improve the key spectral controls</a:t>
            </a:r>
            <a:endParaRPr lang="en-US" sz="1070" dirty="0"/>
          </a:p>
        </p:txBody>
      </p:sp>
      <p:sp>
        <p:nvSpPr>
          <p:cNvPr id="20" name="Text 18"/>
          <p:cNvSpPr/>
          <p:nvPr/>
        </p:nvSpPr>
        <p:spPr>
          <a:xfrm>
            <a:off x="4096512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prediction and broad grouping are distinct from historical ancestry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7626096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Remaining uncertainty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626096" y="1746504"/>
            <a:ext cx="3108960" cy="0"/>
          </a:xfrm>
          <a:prstGeom prst="line">
            <a:avLst/>
          </a:prstGeom>
          <a:noFill/>
          <a:ln w="27940">
            <a:solidFill>
              <a:srgbClr val="9A6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Repository-ID source joins do not verify the analyzed checkpoint revision</a:t>
            </a:r>
            <a:endParaRPr lang="en-US" sz="1070" dirty="0"/>
          </a:p>
        </p:txBody>
      </p:sp>
      <p:sp>
        <p:nvSpPr>
          <p:cNvPr id="24" name="Text 22"/>
          <p:cNvSpPr/>
          <p:nvPr/>
        </p:nvSpPr>
        <p:spPr>
          <a:xfrm>
            <a:off x="7626096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bases and near-tied candidates limit exact-ID retrieval</a:t>
            </a:r>
            <a:endParaRPr lang="en-US" sz="1070" dirty="0"/>
          </a:p>
        </p:txBody>
      </p:sp>
      <p:sp>
        <p:nvSpPr>
          <p:cNvPr id="25" name="Text 23"/>
          <p:cNvSpPr/>
          <p:nvPr/>
        </p:nvSpPr>
        <p:spPr>
          <a:xfrm>
            <a:off x="7626096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Whole-group shifts worsen errors; collection-shift ridge can leave 0-100</a:t>
            </a:r>
            <a:endParaRPr lang="en-US" sz="1070" dirty="0"/>
          </a:p>
        </p:txBody>
      </p:sp>
      <p:sp>
        <p:nvSpPr>
          <p:cNvPr id="26" name="Text 24"/>
          <p:cNvSpPr/>
          <p:nvPr/>
        </p:nvSpPr>
        <p:spPr>
          <a:xfrm>
            <a:off x="566928" y="5705856"/>
            <a:ext cx="10716768" cy="621792"/>
          </a:xfrm>
          <a:prstGeom prst="roundRect">
            <a:avLst>
              <a:gd name="adj" fmla="val 7353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experiment: use the newer pinned collection to test whether weight measurements improve task-specific model choices. See the October scale-up plan in the appendix.</a:t>
            </a:r>
            <a:endParaRPr lang="en-US" sz="11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6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94960" cy="64008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60" y="0"/>
            <a:ext cx="2834640" cy="64008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0"/>
            <a:ext cx="3962095" cy="64008"/>
          </a:xfrm>
          <a:prstGeom prst="rect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83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16128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 and next study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58368" y="2029968"/>
            <a:ext cx="9052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E3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details, next weight-based methods, and terms used in the main results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30632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E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353312" y="3200400"/>
            <a:ext cx="603504" cy="0"/>
          </a:xfrm>
          <a:prstGeom prst="line">
            <a:avLst/>
          </a:prstGeom>
          <a:noFill/>
          <a:ln w="22860">
            <a:solidFill>
              <a:srgbClr val="00AE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9696" y="3054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and GPU scheduling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37216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53312" y="3858768"/>
            <a:ext cx="603504" cy="0"/>
          </a:xfrm>
          <a:prstGeom prst="line">
            <a:avLst/>
          </a:prstGeom>
          <a:noFill/>
          <a:ln w="22860">
            <a:solidFill>
              <a:srgbClr val="FDB5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9696" y="371246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analysis and storage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3232" y="4379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5C1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353312" y="4517136"/>
            <a:ext cx="603504" cy="0"/>
          </a:xfrm>
          <a:prstGeom prst="line">
            <a:avLst/>
          </a:prstGeom>
          <a:noFill/>
          <a:ln w="22860">
            <a:solidFill>
              <a:srgbClr val="65C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43708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direct weight comparison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50383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353312" y="5175504"/>
            <a:ext cx="603504" cy="0"/>
          </a:xfrm>
          <a:prstGeom prst="line">
            <a:avLst/>
          </a:prstGeom>
          <a:noFill/>
          <a:ln w="2286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39696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and evidence guide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" y="56967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353312" y="5833872"/>
            <a:ext cx="603504" cy="0"/>
          </a:xfrm>
          <a:prstGeom prst="line">
            <a:avLst/>
          </a:prstGeom>
          <a:noFill/>
          <a:ln w="22860">
            <a:solidFill>
              <a:srgbClr val="FDB51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5687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October scale-up research plan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018520" y="6510528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A1 · COLLECTION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scheduler assigns jobs to available graphics processors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collection workflow; newer operational collector: /jumbo/yaoqingyang/kinshuk/Model-Zoo/docs/operations/analysis.md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1225296"/>
            <a:ext cx="192024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model list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87752" y="154533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218688" y="1143000"/>
            <a:ext cx="2487168" cy="804672"/>
          </a:xfrm>
          <a:prstGeom prst="roundRect">
            <a:avLst>
              <a:gd name="adj" fmla="val 5682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checks GPU memory and reservations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4462272" y="2048256"/>
            <a:ext cx="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62272" y="1993392"/>
            <a:ext cx="-3255264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94360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1832" y="3566160"/>
            <a:ext cx="53035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94360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462272" y="1993392"/>
            <a:ext cx="-1645920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203704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51176" y="3566160"/>
            <a:ext cx="53035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203704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462272" y="1993392"/>
            <a:ext cx="-36576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813048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60520" y="3566160"/>
            <a:ext cx="530352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813048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4462272" y="1993392"/>
            <a:ext cx="1572768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22392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9864" y="3566160"/>
            <a:ext cx="530352" cy="0"/>
          </a:xfrm>
          <a:prstGeom prst="line">
            <a:avLst/>
          </a:prstGeom>
          <a:noFill/>
          <a:ln w="1905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5422392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7388352" y="12070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CONTROLS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88352" y="1572768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GPU IDs may be used</a:t>
            </a:r>
            <a:endParaRPr lang="en-US" sz="1010" dirty="0"/>
          </a:p>
        </p:txBody>
      </p:sp>
      <p:sp>
        <p:nvSpPr>
          <p:cNvPr id="33" name="Text 31"/>
          <p:cNvSpPr/>
          <p:nvPr/>
        </p:nvSpPr>
        <p:spPr>
          <a:xfrm>
            <a:off x="7388352" y="2139696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GPUs per job and jobs at once</a:t>
            </a:r>
            <a:endParaRPr lang="en-US" sz="1010" dirty="0"/>
          </a:p>
        </p:txBody>
      </p:sp>
      <p:sp>
        <p:nvSpPr>
          <p:cNvPr id="34" name="Text 32"/>
          <p:cNvSpPr/>
          <p:nvPr/>
        </p:nvSpPr>
        <p:spPr>
          <a:xfrm>
            <a:off x="7388352" y="2706624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threshold before assignment</a:t>
            </a:r>
            <a:endParaRPr lang="en-US" sz="1010" dirty="0"/>
          </a:p>
        </p:txBody>
      </p:sp>
      <p:sp>
        <p:nvSpPr>
          <p:cNvPr id="35" name="Text 33"/>
          <p:cNvSpPr/>
          <p:nvPr/>
        </p:nvSpPr>
        <p:spPr>
          <a:xfrm>
            <a:off x="7388352" y="3273552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count and stale-job timeout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7388352" y="3840480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reload, drain, or stop while running</a:t>
            </a:r>
            <a:endParaRPr lang="en-US" sz="1010" dirty="0"/>
          </a:p>
        </p:txBody>
      </p:sp>
      <p:sp>
        <p:nvSpPr>
          <p:cNvPr id="37" name="Text 35"/>
          <p:cNvSpPr/>
          <p:nvPr/>
        </p:nvSpPr>
        <p:spPr>
          <a:xfrm>
            <a:off x="7388352" y="4590288"/>
            <a:ext cx="4187952" cy="841248"/>
          </a:xfrm>
          <a:prstGeom prst="roundRect">
            <a:avLst>
              <a:gd name="adj" fmla="val 543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job uses its own download cache. Removing it after the job prevents storage growth, at the cost of downloading shared files again.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658368" y="5705856"/>
            <a:ext cx="10771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memory check and internal reservation avoid overlap among these jobs; they are not a cluster-wide lock against unrelated users.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A2 · MODEL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weight matrices to saved spectral measurements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historical model statistics; current collector: /jumbo/yaoqingyang/kinshuk/Model-Zoo/docs/operations/analysis.md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3776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0624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matrix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194560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34640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61488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singular values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535424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75504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s²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02352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 of WᵀW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876288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516368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43216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power-law tail fit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217152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857232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B42318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84080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 + layer role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21792" y="2770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PLUG-IN ANALYSIS CHOICES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" y="3172968"/>
            <a:ext cx="2468880" cy="731520"/>
          </a:xfrm>
          <a:prstGeom prst="roundRect">
            <a:avLst>
              <a:gd name="adj" fmla="val 6250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tail start that best fits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3310128" y="3172968"/>
            <a:ext cx="2468880" cy="731520"/>
          </a:xfrm>
          <a:prstGeom prst="roundRect">
            <a:avLst>
              <a:gd name="adj" fmla="val 6250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rules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specified part of the tail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6419088" y="2770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OUTPUTS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19088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/ HDF5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per-layer metrics and model fields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119872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spectra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collector: saved by default; opt-out available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9820656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and status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progress, failures, retries, and timing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621792" y="4919472"/>
            <a:ext cx="5157216" cy="82296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work can be split across several GPUs. This lowers wall-clock time when matrix operations dominate, but does not guarantee fewer total GPU-seconds.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419088" y="4919472"/>
            <a:ext cx="5157216" cy="822960"/>
          </a:xfrm>
          <a:prstGeom prst="roundRect">
            <a:avLst>
              <a:gd name="adj" fmla="val 5556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collector: pinned revisions and matrix coverage. Historical results here still use stored DKS alpha; the new default uses the fixed-tail rule.</a:t>
            </a:r>
            <a:endParaRPr lang="en-US" sz="10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A3 · NEXT EVIDENCE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 direct weight-matrix comparisons for within-family verification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https://arxiv.org/html/2608.07786v1; https://arxiv.org/html/2608.14929v1; https://arxiv.org/html/2510.06738v3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368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grouping + Trace retrieval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rank assignments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39312" y="1901952"/>
            <a:ext cx="9144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09160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weight-matrix check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candidate set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99248" y="1901952"/>
            <a:ext cx="9144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759952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relatedness evidence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 on separate pairs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arXiv:2608.07786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58368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energy + subspace alignment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" y="4288536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6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tested from sqrt(norm). Fine directional comparison requires top singular vectors, not scalar summaries.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4096512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arXiv:2608.14929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096512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residual signatures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96512" y="4288536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6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Wout Win by subtracting trace(M) I/d. Requires compatible blocks; symmetric similarity is not ancestry direction.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7534656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AWM · arXiv:2510.06738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534656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+ centered alignment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34656" y="4288536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6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 assignment and sign alignment, then Q/K unbiased CKA. Requires direct weights; not tested in this audit.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658368" y="5358384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is feasible from saved scalar norms and was tested. Directional, residual, and AWM checks still require unavailable direct-weight information; none alone proves historical ancestry.</a:t>
            </a:r>
            <a:endParaRPr lang="en-US" sz="10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A4 · DEFINITIONS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Measures used in this study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 follow the analysis code and cited reference methods.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39112" y="1225296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 fitted to the upper eigenvalue distribution of a weight matrix.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1792" y="1984248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313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39112" y="2304288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Chooses the tail start that minimizes the Kolmogorov-Smirnov fit distance.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21792" y="3063240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392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39112" y="3383280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Adjusted Rand Index: grouping agreement corrected for chance; 1 is exact.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1792" y="4142232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4471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39112" y="446227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Agreement in rank order; 1 means the two rankings match.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621792" y="5221224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53528" y="1225296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absolute error: the average size of a score prediction error.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6236208" y="1984248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313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Near-group test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53528" y="2304288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near-profile groups intact in five fixed parts; fit scores using the other four.</a:t>
            </a:r>
            <a:endParaRPr lang="en-US" sz="1030" dirty="0"/>
          </a:p>
        </p:txBody>
      </p:sp>
      <p:sp>
        <p:nvSpPr>
          <p:cNvPr id="28" name="Shape 26"/>
          <p:cNvSpPr/>
          <p:nvPr/>
        </p:nvSpPr>
        <p:spPr>
          <a:xfrm>
            <a:off x="6236208" y="3063240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3392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653528" y="3383280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role-wise Pearson of Frobenius depth profiles; resample to pair-max depth.</a:t>
            </a:r>
            <a:endParaRPr lang="en-US" sz="1030" dirty="0"/>
          </a:p>
        </p:txBody>
      </p:sp>
      <p:sp>
        <p:nvSpPr>
          <p:cNvPr id="31" name="Shape 29"/>
          <p:cNvSpPr/>
          <p:nvPr/>
        </p:nvSpPr>
        <p:spPr>
          <a:xfrm>
            <a:off x="6236208" y="4142232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4471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653528" y="446227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observed core model closest to its group mean; not necessarily its historical base.</a:t>
            </a:r>
            <a:endParaRPr lang="en-US" sz="1030" dirty="0"/>
          </a:p>
        </p:txBody>
      </p:sp>
      <p:sp>
        <p:nvSpPr>
          <p:cNvPr id="34" name="Shape 32"/>
          <p:cNvSpPr/>
          <p:nvPr/>
        </p:nvSpPr>
        <p:spPr>
          <a:xfrm>
            <a:off x="6236208" y="5221224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" y="5724144"/>
            <a:ext cx="10954512" cy="594360"/>
          </a:xfrm>
          <a:prstGeom prst="roundRect">
            <a:avLst>
              <a:gd name="adj" fmla="val 7692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boundary: saved weight features plus training scores form predictions. Declared source links evaluate frozen retrieval; collection metadata shaped selection and one holdout. Checkpoint revision remains unverified.</a:t>
            </a:r>
            <a:endParaRPr lang="en-US" sz="10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A5 · OCTOBER RESEARCH PLAN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 weight measurements improve model selection for a task?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docs/research/scaleup/model_zoo_frontier_research_plan_2026-10-23.md; proposed experiments and milestones.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" y="1143000"/>
            <a:ext cx="10954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score lost versus the best feasible model, evaluation cost, and constraint failures.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" y="1773936"/>
            <a:ext cx="2240280" cy="603504"/>
          </a:xfrm>
          <a:prstGeom prst="roundRect">
            <a:avLst>
              <a:gd name="adj" fmla="val 757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+ constraints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21792" y="25328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examples, memory, latency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80944" y="2075688"/>
            <a:ext cx="39319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511296" y="1773936"/>
            <a:ext cx="2240280" cy="603504"/>
          </a:xfrm>
          <a:prstGeom prst="roundRect">
            <a:avLst>
              <a:gd name="adj" fmla="val 757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candidates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511296" y="25328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model groups and evidence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70448" y="2075688"/>
            <a:ext cx="39319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400800" y="1773936"/>
            <a:ext cx="2240280" cy="603504"/>
          </a:xfrm>
          <a:prstGeom prst="roundRect">
            <a:avLst>
              <a:gd name="adj" fmla="val 757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suitability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0" y="25328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scores for the task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759952" y="2075688"/>
            <a:ext cx="39319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290304" y="1773936"/>
            <a:ext cx="2240280" cy="603504"/>
          </a:xfrm>
          <a:prstGeom prst="roundRect">
            <a:avLst>
              <a:gd name="adj" fmla="val 7576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finalists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290304" y="25328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spend the remaining budget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1792" y="314553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CAPABILITIES NOW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" y="3493008"/>
            <a:ext cx="5212080" cy="0"/>
          </a:xfrm>
          <a:prstGeom prst="line">
            <a:avLst/>
          </a:prstGeom>
          <a:noFill/>
          <a:ln w="20320">
            <a:solidFill>
              <a:srgbClr val="003B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367588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Pinned revisions, canonical matrix records, full computed spectra, and explicit coverage.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records still need verified benchmark joins and prediction experiments.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19088" y="3145536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EVIDENCE COMPARISON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19088" y="3493008"/>
            <a:ext cx="5148072" cy="0"/>
          </a:xfrm>
          <a:prstGeom prst="line">
            <a:avLst/>
          </a:prstGeom>
          <a:noFill/>
          <a:ln w="20320">
            <a:solidFill>
              <a:srgbClr val="0069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19088" y="3675888"/>
            <a:ext cx="5148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track: weights plus training scores.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track: documentation, historical scores, and weights.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new roots, tasks, and future releases.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1792" y="4718304"/>
            <a:ext cx="10954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COLLECTION MILESTONES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86384" y="5175504"/>
            <a:ext cx="10579608" cy="0"/>
          </a:xfrm>
          <a:prstGeom prst="line">
            <a:avLst/>
          </a:prstGeom>
          <a:noFill/>
          <a:ln w="25400">
            <a:solidFill>
              <a:srgbClr val="D9E2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20640"/>
            <a:ext cx="109728" cy="109728"/>
          </a:xfrm>
          <a:prstGeom prst="ellipse">
            <a:avLst/>
          </a:prstGeom>
          <a:solidFill>
            <a:srgbClr val="003B9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5449824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1k pinned artifacts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1792" y="5888736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collection cost and coverage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44568" y="5120640"/>
            <a:ext cx="109728" cy="10972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34840" y="5449824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5k-10k measured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34840" y="5888736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task choices and evidence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357616" y="5120640"/>
            <a:ext cx="109728" cy="109728"/>
          </a:xfrm>
          <a:prstGeom prst="ellipse">
            <a:avLst/>
          </a:prstGeom>
          <a:solidFill>
            <a:srgbClr val="9A6A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7888" y="5449824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50k measured target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247888" y="5888736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 the zoo and benchmark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Model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weights as evidence</dc:title>
  <dc:subject>Exploratory audit of weight-derived grouping, base retrieval, and performance controls</dc:subject>
  <dc:creator>Model Research</dc:creator>
  <cp:lastModifiedBy>Model Research</cp:lastModifiedBy>
  <cp:revision>1</cp:revision>
  <dcterms:created xsi:type="dcterms:W3CDTF">2026-10-24T11:46:34Z</dcterms:created>
  <dcterms:modified xsi:type="dcterms:W3CDTF">2026-10-24T11:46:34Z</dcterms:modified>
</cp:coreProperties>
</file>